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6995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1A4599"/>
                </a:solidFill>
                <a:latin typeface="Aptos Display"/>
              </a:rPr>
              <a:t>Binary Minds  |  RoundsAI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2440" y="173736"/>
            <a:ext cx="26060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00843D"/>
                </a:solidFill>
                <a:latin typeface="Aptos Display"/>
              </a:rPr>
              <a:t>Health-a-thon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01168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1A4599"/>
                </a:solidFill>
                <a:latin typeface="Aptos Display"/>
              </a:rPr>
              <a:t>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749808"/>
            <a:ext cx="11183112" cy="0"/>
          </a:xfrm>
          <a:prstGeom prst="line">
            <a:avLst/>
          </a:prstGeom>
          <a:ln w="15240">
            <a:solidFill>
              <a:srgbClr val="1A4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27080" y="651967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64748B"/>
                </a:solidFill>
                <a:latin typeface="Aptos"/>
              </a:rPr>
              <a:t>1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4224528" cy="216712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996696"/>
            <a:ext cx="4005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1A4599"/>
                </a:solidFill>
                <a:latin typeface="Aptos"/>
              </a:rPr>
              <a:t>About the Team / Organisation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1261872"/>
            <a:ext cx="4005072" cy="0"/>
          </a:xfrm>
          <a:prstGeom prst="line">
            <a:avLst/>
          </a:prstGeom>
          <a:ln w="8890">
            <a:solidFill>
              <a:srgbClr val="1A4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362456"/>
            <a:ext cx="3950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A. Team: Binary Minds. Team lead Gaddam Sai Santhosh (Full-Stack AI Systems Engineer) built the local Whisper pipeline, multimodal lab OCR, CTCAE grading engine, SSE live sync and Next.js 15 workstation.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950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B. Doctor partner: Consultant Medical Oncologist / Inpatient Ward Attending. Co-designed workflows, reviewed CTCAE v5.0 thresholds, calibrated 120+ drug phonetic rules and reviewed febrile-neutropenia criteria.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3950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Organisation context: Healthcare Engineering &amp; Oncology Research Collaboration.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73552"/>
            <a:ext cx="4224528" cy="272491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3337560"/>
            <a:ext cx="4005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1A4599"/>
                </a:solidFill>
                <a:latin typeface="Aptos"/>
              </a:rPr>
              <a:t>Problem Statement (Use Case Specific)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3602736"/>
            <a:ext cx="4005072" cy="0"/>
          </a:xfrm>
          <a:prstGeom prst="line">
            <a:avLst/>
          </a:prstGeom>
          <a:ln w="8890">
            <a:solidFill>
              <a:srgbClr val="1A4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3703320"/>
            <a:ext cx="3950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Oncology ward rounds require synthesis of spoken symptoms, printed CBC sheets and cumulative toxicity calculations under time pressure.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79392"/>
            <a:ext cx="3950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The project brief states clinicians spend over 20 minutes per patient on manual documentation and cites &gt;45% of ward hours spent on EMR data entry.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55464"/>
            <a:ext cx="3950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Generic speech tools may misrender chemotherapy names (e.g., “fall fox” for mFOLFOX6); cloud speech creates audio privacy and recurring-cost concerns.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31536"/>
            <a:ext cx="3950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The supplied brief cites an ~8% rise in 28-day mortality per hour of antibiotic delay in neutropenic sepsis (IDSA/ASCO 2018).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9472" y="932688"/>
            <a:ext cx="6766560" cy="194767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996696"/>
            <a:ext cx="65471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00843D"/>
                </a:solidFill>
                <a:latin typeface="Aptos"/>
              </a:rPr>
              <a:t>AI Solution Description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0" y="1261872"/>
            <a:ext cx="6547104" cy="0"/>
          </a:xfrm>
          <a:prstGeom prst="line">
            <a:avLst/>
          </a:prstGeom>
          <a:ln w="8890">
            <a:solidFill>
              <a:srgbClr val="008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56632" y="1362456"/>
            <a:ext cx="6492240" cy="1453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334155"/>
                </a:solidFill>
                <a:latin typeface="Aptos"/>
              </a:rPr>
              <a:t>RoundsAI is a dual-tier clinical copilot connecting a Bedside Mobile Companion (/mobile) with a Doctor Assessment Station (/). Residents dictate symptoms and photograph CBC reports; audio is transcribed locally, oncology terminology is normalized, lab values are extracted, CTCAE grades and screening flags are generated, and the draft synchronizes for clinician review and attestation. A formatted note can then be copied into the EMR workflow.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9472" y="3017520"/>
            <a:ext cx="6766560" cy="129844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3081527"/>
            <a:ext cx="65471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1A4599"/>
                </a:solidFill>
                <a:latin typeface="Aptos"/>
              </a:rPr>
              <a:t>Technology and Tools Used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0" y="3346703"/>
            <a:ext cx="6547104" cy="0"/>
          </a:xfrm>
          <a:prstGeom prst="line">
            <a:avLst/>
          </a:prstGeom>
          <a:ln w="8890">
            <a:solidFill>
              <a:srgbClr val="1A4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56632" y="3447287"/>
            <a:ext cx="6492240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Aptos"/>
              </a:rPr>
              <a:t>faster-whisper base int8 (local CPU) • Gemini 2.5 Flash OCR • FastAPI / Python 3.12+ • Pydantic v2 • Next.js 15 / TypeScript / React 19 • SQLite or Supabase PostgreSQL • Server-Sent Events with 5-second polling fallback.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19472" y="4453128"/>
            <a:ext cx="6766560" cy="1545336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4517136"/>
            <a:ext cx="65471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00843D"/>
                </a:solidFill>
                <a:latin typeface="Aptos"/>
              </a:rPr>
              <a:t>Key Features of the Solution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0" y="4782312"/>
            <a:ext cx="6547104" cy="0"/>
          </a:xfrm>
          <a:prstGeom prst="line">
            <a:avLst/>
          </a:prstGeom>
          <a:ln w="8890">
            <a:solidFill>
              <a:srgbClr val="008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56632" y="4882896"/>
            <a:ext cx="6492240" cy="212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Local Whisper transcription with no cloud speech audio egress.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6632" y="5122468"/>
            <a:ext cx="6492240" cy="212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120+ oncology regimen / clinical phonetic normalization rules.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6632" y="5362041"/>
            <a:ext cx="6492240" cy="212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Multimodal CBC OCR for ANC, platelets, WBC and hemoglobin.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5601614"/>
            <a:ext cx="6492240" cy="212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Rules-based CTCAE v5.0 grading and safety-screening sentinels for clinician review.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56632" y="5841187"/>
            <a:ext cx="6492240" cy="212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Live bedside-to-station synchronization and one-click EMR clipboard formatting.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6995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1A4599"/>
                </a:solidFill>
                <a:latin typeface="Aptos Display"/>
              </a:rPr>
              <a:t>Binary Minds  |  RoundsAI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2440" y="173736"/>
            <a:ext cx="26060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00843D"/>
                </a:solidFill>
                <a:latin typeface="Aptos Display"/>
              </a:rPr>
              <a:t>Health-a-thon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01168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1A4599"/>
                </a:solidFill>
                <a:latin typeface="Aptos Display"/>
              </a:rPr>
              <a:t>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749808"/>
            <a:ext cx="11183112" cy="0"/>
          </a:xfrm>
          <a:prstGeom prst="line">
            <a:avLst/>
          </a:prstGeom>
          <a:ln w="15240">
            <a:solidFill>
              <a:srgbClr val="1A4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27080" y="651967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64748B"/>
                </a:solidFill>
                <a:latin typeface="Aptos"/>
              </a:rPr>
              <a:t>2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5577840" cy="221284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996696"/>
            <a:ext cx="53583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1A4599"/>
                </a:solidFill>
                <a:latin typeface="Aptos"/>
              </a:rPr>
              <a:t>Build Sprint Progress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1261872"/>
            <a:ext cx="5358383" cy="0"/>
          </a:xfrm>
          <a:prstGeom prst="line">
            <a:avLst/>
          </a:prstGeom>
          <a:ln w="8890">
            <a:solidFill>
              <a:srgbClr val="1A4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362456"/>
            <a:ext cx="5303520" cy="345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Week 1: FastAPI foundation, local Whisper pipeline, initial oncology phonetic dictionary.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5531"/>
            <a:ext cx="5303520" cy="345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Week 2: Gemini lab OCR, CTCAE v5.0 grading, bedside mobile companion.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08606"/>
            <a:ext cx="5303520" cy="345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Week 3: SSE live sync, longitudinal patient analytics, clinical screening sentinels.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81681"/>
            <a:ext cx="5303520" cy="345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Week 4: Clinical UI refinement, automated tests and Vercel monorepo configuration.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54756"/>
            <a:ext cx="5303520" cy="345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Major pivots: moved speech to local Whisper for audio privacy; added a polling fallback for roaming hospital Wi-Fi. Direct two-way HL7 FHIR write-back remains future scope.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19272"/>
            <a:ext cx="5577840" cy="267919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383279"/>
            <a:ext cx="53583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1A4599"/>
                </a:solidFill>
                <a:latin typeface="Aptos"/>
              </a:rPr>
              <a:t>User Validation and AI Evaluation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" y="3648456"/>
            <a:ext cx="5358383" cy="0"/>
          </a:xfrm>
          <a:prstGeom prst="line">
            <a:avLst/>
          </a:prstGeom>
          <a:ln w="8890">
            <a:solidFill>
              <a:srgbClr val="1A4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3749039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5" b="0" i="0">
                <a:solidFill>
                  <a:srgbClr val="334155"/>
                </a:solidFill>
                <a:latin typeface="Aptos"/>
              </a:rPr>
              <a:t>Automated test results reported: 88 backend pytest tests (100% pass rate) and 22 frontend tests using Node.js native test runner; frontend test runtime reported under 6.5 ms for the cited test.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25112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5" b="0" i="0">
                <a:solidFill>
                  <a:srgbClr val="334155"/>
                </a:solidFill>
                <a:latin typeface="Aptos"/>
              </a:rPr>
              <a:t>Boundary case: febrile-neutropenia alert at ANC 499 cells/µL with active fever ≥38.3°C; suppression when fever is explicitly negated (“patient is afebrile”).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01183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5" b="0" i="0">
                <a:solidFill>
                  <a:srgbClr val="334155"/>
                </a:solidFill>
                <a:latin typeface="Aptos"/>
              </a:rPr>
              <a:t>The brief reports tests intended to check that lab numbers are not fabricated and chemotherapy dosage values are not altered.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77255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5" b="0" i="0">
                <a:solidFill>
                  <a:srgbClr val="334155"/>
                </a:solidFill>
                <a:latin typeface="Aptos"/>
              </a:rPr>
              <a:t>Doctor feedback: pre-calculated ANC nadir and CTCAE grades reduce repetitive mental math. Limitation: multi-accent speech recognition in noisy corridors requires further validation.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932688"/>
            <a:ext cx="5440680" cy="202996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996696"/>
            <a:ext cx="52212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00843D"/>
                </a:solidFill>
                <a:latin typeface="Aptos"/>
              </a:rPr>
              <a:t>Safety and Responsible AI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55080" y="1261872"/>
            <a:ext cx="5221224" cy="0"/>
          </a:xfrm>
          <a:prstGeom prst="line">
            <a:avLst/>
          </a:prstGeom>
          <a:ln w="8890">
            <a:solidFill>
              <a:srgbClr val="008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82512" y="1362456"/>
            <a:ext cx="5166360" cy="309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34155"/>
                </a:solidFill>
                <a:latin typeface="Aptos"/>
              </a:rPr>
              <a:t>Raw audio is transcribed locally and is not sent to external cloud speech servers.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698955"/>
            <a:ext cx="5166360" cy="309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34155"/>
                </a:solidFill>
                <a:latin typeface="Aptos"/>
              </a:rPr>
              <a:t>Sentinels screen for criteria and do not diagnose, prescribe or issue autonomous orders.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035454"/>
            <a:ext cx="5166360" cy="309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34155"/>
                </a:solidFill>
                <a:latin typeface="Aptos"/>
              </a:rPr>
              <a:t>Notes remain DRAFT until attending review, reconciliation and sign-off.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371953"/>
            <a:ext cx="5166360" cy="309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34155"/>
                </a:solidFill>
                <a:latin typeface="Aptos"/>
              </a:rPr>
              <a:t>Accessibility includes high contrast, tabular numerals, keyboard focus indicators and ARIA live regions.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2708452"/>
            <a:ext cx="5166360" cy="309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34155"/>
                </a:solidFill>
                <a:latin typeface="Aptos"/>
              </a:rPr>
              <a:t>Lab-sheet OCR does call an external Gemini model API; patient-identifiable images require approved privacy, consent and data-processing controls.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3136392"/>
            <a:ext cx="5440680" cy="192024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200400"/>
            <a:ext cx="52212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1A4599"/>
                </a:solidFill>
                <a:latin typeface="Aptos"/>
              </a:rPr>
              <a:t>Deployment and Sustainability Plan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55080" y="3465576"/>
            <a:ext cx="5221224" cy="0"/>
          </a:xfrm>
          <a:prstGeom prst="line">
            <a:avLst/>
          </a:prstGeom>
          <a:ln w="8890">
            <a:solidFill>
              <a:srgbClr val="1A4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82512" y="3566160"/>
            <a:ext cx="5166360" cy="478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Browser access on existing ward PCs and mobile devices; Docker-based local deployment with no dedicated GPU requirement.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072128"/>
            <a:ext cx="5166360" cy="478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Current EMR pathway: standardized clipboard export; future scope includes HL7 FHIR resources and a SMART-on-FHIR adapter.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578096"/>
            <a:ext cx="5166360" cy="478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Project estimates: $0 one-time setup, about $0.0008 per round, and under $20/month for a 30-bed ward at ~900 rounds/month. Assumes existing infrastructure and low-cost OCR; actual costs may vary.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5352" y="5175504"/>
            <a:ext cx="5440680" cy="82296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239512"/>
            <a:ext cx="52212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00843D"/>
                </a:solidFill>
                <a:latin typeface="Aptos"/>
              </a:rPr>
              <a:t>Supporting Links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55080" y="5504688"/>
            <a:ext cx="5221224" cy="0"/>
          </a:xfrm>
          <a:prstGeom prst="line">
            <a:avLst/>
          </a:prstGeom>
          <a:ln w="8890">
            <a:solidFill>
              <a:srgbClr val="008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382512" y="5605272"/>
            <a:ext cx="516636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MVP: https://rounds-ai-umber.vercel.app/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Video Demo Walkthrough: [Insert 2–3 Minute Demo Video URL]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• Other Supporting Links (GitHub): https://github.com/santhoshh005/Rounds_AI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5833872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RoundsAI — Health-a-thon 2026 Two-Page Overview</dc:title>
  <dc:subject>Two-page solution brief prepared for Health-a-thon 2026</dc:subject>
  <dc:creator>Binary Minds / Gaddam Sai Santhosh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