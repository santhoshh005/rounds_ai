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47F25-E03A-477A-A7C9-9C8E4780C711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A8F7F-FB1A-4DB7-A6D0-6C548C3824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6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A8F7F-FB1A-4DB7-A6D0-6C548C3824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570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ounds-ai-umber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santhoshh005/Rounds_AI" TargetMode="External"/><Relationship Id="rId4" Type="http://schemas.openxmlformats.org/officeDocument/2006/relationships/hyperlink" Target="https://youtu.be/Kia1C-a0QL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6995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Binary Minds  |  RoundsAI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2440" y="173736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0843D"/>
                </a:solidFill>
                <a:latin typeface="Aptos Display"/>
              </a:rPr>
              <a:t>Health-a-thon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0116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49808"/>
            <a:ext cx="11183112" cy="0"/>
          </a:xfrm>
          <a:prstGeom prst="line">
            <a:avLst/>
          </a:prstGeom>
          <a:ln w="1524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27080" y="651967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4748B"/>
                </a:solidFill>
                <a:latin typeface="Aptos"/>
              </a:rPr>
              <a:t>1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4224528" cy="216712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996696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About the Team / Organisation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261872"/>
            <a:ext cx="4005072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362456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A. Team: Binary Minds (Team Code: 1RKUPH). Chalicheemala Surya Thejas (Team Leader &amp; Technical Lead) and Gaddam Sai Santhosh (AI Systems Engineer) built the local Whisper pipeline, multimodal OCR, CTCAE engine, SSE sync and Next.js 15 workstation.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B. Doctor partner: Dr. Amrut S Kadam (Clinical Lead &amp; Inpatient Ward Attending, Victoria Hospital, Bangalore Medical College &amp; Research Institute - BMCRI). Co-designed workflows, calibrated CTCAE v5.0 thresholds, 120+ drug phonetic rules and febrile-neutropenia sentinels.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850">
                <a:solidFill>
                  <a:srgbClr val="334155"/>
                </a:solidFill>
                <a:latin typeface="Calibri"/>
              </a:defRPr>
            </a:pPr>
            <a:r>
              <a:t>Organisation &amp; Track: Victoria Hospital, BMCRI &amp; Binary Minds | Track: Cancer · Doctor / Care Team · Doctor Productivity &amp; Knowledge Assistant.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4224528" cy="272491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3337560"/>
            <a:ext cx="4005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Problem Statement (Use Case Specific)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648" y="3602736"/>
            <a:ext cx="4005072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703320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Oncology ward rounds require synthesis of spoken symptoms, printed CBC sheets and cumulative toxicity calculations under time pressure.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79392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The project brief states clinicians spend over 20 minutes per patient on manual documentation and cites &gt;45% of ward hours spent on EMR data entry.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55464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Generic speech tools may misrender chemotherapy names (e.g., “fall fox” for mFOLFOX6); cloud speech creates audio privacy and recurring-cost concerns.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31536"/>
            <a:ext cx="39502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The supplied brief cites an ~8% rise in 28-day mortality per hour of antibiotic delay in neutropenic sepsis (IDSA/ASCO 2018).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9472" y="932688"/>
            <a:ext cx="6766560" cy="194767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996696"/>
            <a:ext cx="6547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AI Solution Description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0" y="1261872"/>
            <a:ext cx="654710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56632" y="1362456"/>
            <a:ext cx="6492240" cy="14538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19" b="0" i="0">
                <a:solidFill>
                  <a:srgbClr val="334155"/>
                </a:solidFill>
                <a:latin typeface="Aptos"/>
              </a:rPr>
              <a:t>RoundsAI is a dual-tier clinical copilot connecting a Bedside Mobile Companion (/mobile) with a Doctor Assessment Station (/). Residents dictate symptoms and photograph CBC reports; audio is transcribed locally, oncology terminology is normalized, lab values are extracted, CTCAE grades and screening flags are generated, and the draft synchronizes for clinician review and attestation. A formatted note can then be copied into the EMR workflow.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3017520"/>
            <a:ext cx="676656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0" y="3081527"/>
            <a:ext cx="6547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Technology and Tools Used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0" y="3346703"/>
            <a:ext cx="6547104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56632" y="3447287"/>
            <a:ext cx="6492240" cy="804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334155"/>
                </a:solidFill>
                <a:latin typeface="Aptos"/>
              </a:rPr>
              <a:t>faster-whisper base int8 (local CPU) • Gemini 2.5 Flash OCR • FastAPI / Python 3.12+ • Pydantic v2 • Next.js 15 / TypeScript / React 19 • SQLite or Supabase PostgreSQL • Server-Sent Events with 5-second polling fallback.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9472" y="4453128"/>
            <a:ext cx="6766560" cy="1545336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4517136"/>
            <a:ext cx="65471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Key Features of the Solution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0" y="4782312"/>
            <a:ext cx="654710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56632" y="4882896"/>
            <a:ext cx="6492240" cy="212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Local Whisper transcription with no cloud speech audio egress.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6632" y="5122468"/>
            <a:ext cx="6492240" cy="212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120+ oncology regimen / clinical phonetic normalization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6632" y="5362041"/>
            <a:ext cx="6492240" cy="212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Multimodal CBC OCR for ANC, platelets, WBC and hemoglobin.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5601614"/>
            <a:ext cx="6492240" cy="212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Rules-based CTCAE v5.0 grading and safety-screening sentinels for clinician review.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5802782"/>
            <a:ext cx="6492240" cy="212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 dirty="0">
                <a:solidFill>
                  <a:srgbClr val="334155"/>
                </a:solidFill>
                <a:latin typeface="Aptos"/>
              </a:rPr>
              <a:t>Live bedside-to-station synchronization and one-click EMR clipboard formatting.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37744"/>
            <a:ext cx="69951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Binary Minds  |  RoundsAI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2440" y="173736"/>
            <a:ext cx="260604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100" b="1" i="0">
                <a:solidFill>
                  <a:srgbClr val="00843D"/>
                </a:solidFill>
                <a:latin typeface="Aptos Display"/>
              </a:rPr>
              <a:t>Health-a-thon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201168"/>
            <a:ext cx="10515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A4599"/>
                </a:solidFill>
                <a:latin typeface="Aptos Display"/>
              </a:rPr>
              <a:t>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749808"/>
            <a:ext cx="11183112" cy="0"/>
          </a:xfrm>
          <a:prstGeom prst="line">
            <a:avLst/>
          </a:prstGeom>
          <a:ln w="1524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27080" y="651967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64748B"/>
                </a:solidFill>
                <a:latin typeface="Aptos"/>
              </a:rPr>
              <a:t>2 / 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32688"/>
            <a:ext cx="5577840" cy="22128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996696"/>
            <a:ext cx="53583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Build Sprint Progress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2648" y="1261872"/>
            <a:ext cx="5358383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1362456"/>
            <a:ext cx="5303520" cy="345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1: FastAPI foundation, local Whisper pipeline, initial oncology phonetic dictionary.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5531"/>
            <a:ext cx="5303520" cy="345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2: Gemini lab OCR, CTCAE v5.0 grading, bedside mobile companion.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8606"/>
            <a:ext cx="5303520" cy="345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3: SSE live sync, longitudinal patient analytics, clinical screening sentinels.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1681"/>
            <a:ext cx="5303520" cy="345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334155"/>
                </a:solidFill>
                <a:latin typeface="Aptos"/>
              </a:rPr>
              <a:t>Week 4: Clinical UI refinement, automated tests and Vercel monorepo configuration.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82519"/>
            <a:ext cx="5303520" cy="345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0" i="0" dirty="0">
                <a:solidFill>
                  <a:srgbClr val="334155"/>
                </a:solidFill>
                <a:latin typeface="Aptos"/>
              </a:rPr>
              <a:t>Major pivots: moved speech to local Whisper for audio privacy; added a polling fallback for roaming hospital Wi-Fi. Direct two-way HL7 FHIR write-back remains future scope.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19272"/>
            <a:ext cx="5577840" cy="267919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3383279"/>
            <a:ext cx="53583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User Validation and AI Evaluation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2648" y="3648456"/>
            <a:ext cx="5358383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749039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Automated test results reported: 88 backend pytest tests (100% pass rate) and 22 frontend tests using Node.js native test runner; frontend test runtime reported under 6.5 ms for the cited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25112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Boundary case: febrile-neutropenia alert at ANC 499 cells/µL with active fever ≥38.3°C; suppression when fever is explicitly negated (“patient is afebrile”).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01183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The brief reports tests intended to check that lab numbers are not fabricated and chemotherapy dosage values are not altered.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77255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5" b="0" i="0">
                <a:solidFill>
                  <a:srgbClr val="334155"/>
                </a:solidFill>
                <a:latin typeface="Aptos"/>
              </a:rPr>
              <a:t>Doctor feedback: pre-calculated ANC nadir and CTCAE grades reduce repetitive mental math. Limitation: multi-accent speech recognition in noisy corridors requires further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932688"/>
            <a:ext cx="5440680" cy="20299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996696"/>
            <a:ext cx="5221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Safety and Responsible 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55080" y="1261872"/>
            <a:ext cx="522122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1362456"/>
            <a:ext cx="5166360" cy="309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Raw audio is transcribed locally and is not sent to external cloud speech servers.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698955"/>
            <a:ext cx="5166360" cy="309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Sentinels screen for criteria and do not diagnose, prescribe or issue autonomous orders.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035454"/>
            <a:ext cx="5166360" cy="309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 dirty="0">
                <a:solidFill>
                  <a:srgbClr val="334155"/>
                </a:solidFill>
                <a:latin typeface="Aptos"/>
              </a:rPr>
              <a:t>Notes remain DRAFT until attending review, reconciliation and sign-off.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2371953"/>
            <a:ext cx="5166360" cy="309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334155"/>
                </a:solidFill>
                <a:latin typeface="Aptos"/>
              </a:rPr>
              <a:t>Accessibility includes high contrast, tabular numerals, keyboard focus indicators and ARIA live regions.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643530"/>
            <a:ext cx="5166360" cy="3090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 i="0" dirty="0">
                <a:solidFill>
                  <a:srgbClr val="334155"/>
                </a:solidFill>
                <a:latin typeface="Aptos"/>
              </a:rPr>
              <a:t>Lab-sheet OCR does call an external Gemini model API; patient-identifiable images require approved privacy, consent and data-processing controls.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3136392"/>
            <a:ext cx="5440680" cy="192024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200400"/>
            <a:ext cx="5221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1A4599"/>
                </a:solidFill>
                <a:latin typeface="Aptos"/>
              </a:rPr>
              <a:t>Deployment and Sustainability Plan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3465576"/>
            <a:ext cx="5221224" cy="0"/>
          </a:xfrm>
          <a:prstGeom prst="line">
            <a:avLst/>
          </a:prstGeom>
          <a:ln w="8890">
            <a:solidFill>
              <a:srgbClr val="1A45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82512" y="3566160"/>
            <a:ext cx="5166360" cy="47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Browser access on existing ward PCs and mobile devices; Docker-based local deployment with no dedicated GPU requirement.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72128"/>
            <a:ext cx="5166360" cy="47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Current EMR pathway: standardized clipboard export; future scope includes HL7 FHIR resources and a SMART-on-FHIR adapter.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578096"/>
            <a:ext cx="5166360" cy="47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30" b="0" i="0">
                <a:solidFill>
                  <a:srgbClr val="334155"/>
                </a:solidFill>
                <a:latin typeface="Aptos"/>
              </a:rPr>
              <a:t>Project estimates: $0 one-time setup, about $0.0008 per round, and under $20/month for a 30-bed ward at ~900 rounds/month. Assumes existing infrastructure and low-cost OCR; actual costs may vary.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5175504"/>
            <a:ext cx="5440680" cy="82296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5239512"/>
            <a:ext cx="5221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60" b="1" i="0">
                <a:solidFill>
                  <a:srgbClr val="00843D"/>
                </a:solidFill>
                <a:latin typeface="Aptos"/>
              </a:rPr>
              <a:t>Supporting Links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55080" y="5504688"/>
            <a:ext cx="5221224" cy="0"/>
          </a:xfrm>
          <a:prstGeom prst="line">
            <a:avLst/>
          </a:prstGeom>
          <a:ln w="8890">
            <a:solidFill>
              <a:srgbClr val="008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55080" y="5541264"/>
            <a:ext cx="5166360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rPr dirty="0"/>
              <a:t>• MVP: </a:t>
            </a:r>
            <a:r>
              <a:rPr lang="en-IN" sz="950" dirty="0" err="1">
                <a:solidFill>
                  <a:srgbClr val="334155"/>
                </a:solidFill>
                <a:latin typeface="Calibri"/>
                <a:hlinkClick r:id="rId3"/>
              </a:rPr>
              <a:t>RoundsAI</a:t>
            </a:r>
            <a:r>
              <a:rPr lang="en-IN" sz="950" dirty="0">
                <a:solidFill>
                  <a:srgbClr val="334155"/>
                </a:solidFill>
                <a:latin typeface="Calibri"/>
                <a:hlinkClick r:id="rId3"/>
              </a:rPr>
              <a:t> — Inpatient Oncology Ward Assistant</a:t>
            </a:r>
            <a:br>
              <a:rPr lang="en-IN" sz="950" dirty="0">
                <a:solidFill>
                  <a:srgbClr val="334155"/>
                </a:solidFill>
                <a:latin typeface="Calibri"/>
              </a:rPr>
            </a:br>
            <a:r>
              <a:rPr dirty="0"/>
              <a:t>• Video Demo Walkthrough: </a:t>
            </a:r>
            <a:r>
              <a:rPr lang="en-IN" sz="950" dirty="0">
                <a:solidFill>
                  <a:srgbClr val="334155"/>
                </a:solidFill>
                <a:latin typeface="Calibri"/>
                <a:hlinkClick r:id="rId4"/>
              </a:rPr>
              <a:t>https://youtu.be/Kia1C-a0QLk</a:t>
            </a:r>
            <a:endParaRPr dirty="0"/>
          </a:p>
          <a:p>
            <a:pPr>
              <a:defRPr sz="950">
                <a:solidFill>
                  <a:srgbClr val="334155"/>
                </a:solidFill>
                <a:latin typeface="Calibri"/>
              </a:defRPr>
            </a:pPr>
            <a:r>
              <a:rPr dirty="0"/>
              <a:t>• Other Supporting Links (GitHub): </a:t>
            </a:r>
            <a:r>
              <a:rPr lang="en-IN" sz="950" dirty="0">
                <a:solidFill>
                  <a:srgbClr val="334155"/>
                </a:solidFill>
                <a:latin typeface="Calibri"/>
                <a:hlinkClick r:id="rId5"/>
              </a:rPr>
              <a:t>santhoshh005/</a:t>
            </a:r>
            <a:r>
              <a:rPr lang="en-IN" sz="950" dirty="0" err="1">
                <a:solidFill>
                  <a:srgbClr val="334155"/>
                </a:solidFill>
                <a:latin typeface="Calibri"/>
                <a:hlinkClick r:id="rId5"/>
              </a:rPr>
              <a:t>Rounds_AI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856</Words>
  <Application>Microsoft Office PowerPoint</Application>
  <PresentationFormat>Widescreen</PresentationFormat>
  <Paragraphs>52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RoundsAI — Health-a-thon 2026 Two-Page Overview</dc:title>
  <dc:subject>Two-page solution brief prepared for Health-a-thon 2026</dc:subject>
  <dc:creator>Binary Minds / Gaddam Sai Santhosh</dc:creator>
  <cp:keywords/>
  <dc:description>generated using python-pptx</dc:description>
  <cp:lastModifiedBy>SAI SANTHOSH</cp:lastModifiedBy>
  <cp:revision>3</cp:revision>
  <dcterms:created xsi:type="dcterms:W3CDTF">2013-01-27T09:14:16Z</dcterms:created>
  <dcterms:modified xsi:type="dcterms:W3CDTF">2026-10-27T17:45:33Z</dcterms:modified>
  <cp:category/>
</cp:coreProperties>
</file>